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5"/>
  </p:notesMasterIdLst>
  <p:sldIdLst>
    <p:sldId id="256" r:id="rId2"/>
    <p:sldId id="257" r:id="rId3"/>
    <p:sldId id="258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81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/>
    <p:restoredTop sz="94608"/>
  </p:normalViewPr>
  <p:slideViewPr>
    <p:cSldViewPr snapToGrid="0">
      <p:cViewPr>
        <p:scale>
          <a:sx n="230" d="100"/>
          <a:sy n="230" d="100"/>
        </p:scale>
        <p:origin x="176" y="-5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EE48FF-A905-6F4E-B47A-4BCCD2500F88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0719A-A226-1E4D-8CA0-3A697BFCD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0719A-A226-1E4D-8CA0-3A697BFCDB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003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D1F42-D334-4E49-BFF9-14F679444531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01E-93FF-B442-95CE-E639433F2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06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D1F42-D334-4E49-BFF9-14F679444531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01E-93FF-B442-95CE-E639433F2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520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D1F42-D334-4E49-BFF9-14F679444531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01E-93FF-B442-95CE-E639433F2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93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D1F42-D334-4E49-BFF9-14F679444531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01E-93FF-B442-95CE-E639433F2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346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D1F42-D334-4E49-BFF9-14F679444531}" type="datetimeFigureOut">
              <a:rPr lang="en-US" smtClean="0"/>
              <a:t>9/8/26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01E-93FF-B442-95CE-E639433F2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D1F42-D334-4E49-BFF9-14F679444531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01E-93FF-B442-95CE-E639433F2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64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D1F42-D334-4E49-BFF9-14F679444531}" type="datetimeFigureOut">
              <a:rPr lang="en-US" smtClean="0"/>
              <a:t>9/8/26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01E-93FF-B442-95CE-E639433F2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636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D1F42-D334-4E49-BFF9-14F679444531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01E-93FF-B442-95CE-E639433F2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910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D1F42-D334-4E49-BFF9-14F679444531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01E-93FF-B442-95CE-E639433F2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4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D1F42-D334-4E49-BFF9-14F679444531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01E-93FF-B442-95CE-E639433F2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62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D1F42-D334-4E49-BFF9-14F679444531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01E-93FF-B442-95CE-E639433F2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856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9D1F42-D334-4E49-BFF9-14F679444531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C3801E-93FF-B442-95CE-E639433F2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22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64E522-E70F-7026-E882-4D0DA7DDF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4066"/>
            <a:ext cx="6858000" cy="89178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5A7055-47F8-706F-68CB-6E6F8CA6A2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61" r="26265"/>
          <a:stretch/>
        </p:blipFill>
        <p:spPr>
          <a:xfrm>
            <a:off x="3517553" y="5596752"/>
            <a:ext cx="2734963" cy="17947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55E686-FCDA-5894-A4A8-2E0A39C2107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76" t="10444" r="26409"/>
          <a:stretch/>
        </p:blipFill>
        <p:spPr>
          <a:xfrm>
            <a:off x="3490053" y="7218552"/>
            <a:ext cx="2770702" cy="162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56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59778-3733-AEC3-4489-D3BE6723F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54B8D56-8CCC-C92E-8462-3FE400EDE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4066"/>
            <a:ext cx="6858000" cy="891786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8E99635-EAD2-F0FD-9353-C2E5A6330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270" y="5734536"/>
            <a:ext cx="2723403" cy="17918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39963B-E718-8330-A1F6-36C994B289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" r="30715"/>
          <a:stretch/>
        </p:blipFill>
        <p:spPr>
          <a:xfrm>
            <a:off x="3416504" y="5689855"/>
            <a:ext cx="2878385" cy="196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969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E7500A-3ACA-1E70-1C68-8EB095F3F5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7039"/>
          <a:stretch/>
        </p:blipFill>
        <p:spPr>
          <a:xfrm>
            <a:off x="3520440" y="546101"/>
            <a:ext cx="2664000" cy="16655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DAD38E-05B4-B7A2-39B1-84926611E3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682"/>
          <a:stretch/>
        </p:blipFill>
        <p:spPr>
          <a:xfrm>
            <a:off x="856440" y="561341"/>
            <a:ext cx="2664000" cy="18344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B0A7BF-B8D3-4477-347F-E39DF4A1C985}"/>
              </a:ext>
            </a:extLst>
          </p:cNvPr>
          <p:cNvSpPr txBox="1"/>
          <p:nvPr/>
        </p:nvSpPr>
        <p:spPr>
          <a:xfrm>
            <a:off x="1666591" y="253564"/>
            <a:ext cx="1577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(a) GTZAN Beat F1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1614C0-F66B-55DA-D935-2963C0F0A924}"/>
              </a:ext>
            </a:extLst>
          </p:cNvPr>
          <p:cNvSpPr txBox="1"/>
          <p:nvPr/>
        </p:nvSpPr>
        <p:spPr>
          <a:xfrm>
            <a:off x="4155333" y="253564"/>
            <a:ext cx="19087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(b) SMC 0-fold Beat F1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7CFE9A-F157-A0EF-9AED-CDD888BF84C4}"/>
              </a:ext>
            </a:extLst>
          </p:cNvPr>
          <p:cNvSpPr txBox="1"/>
          <p:nvPr/>
        </p:nvSpPr>
        <p:spPr>
          <a:xfrm rot="16200000">
            <a:off x="-69422" y="1117526"/>
            <a:ext cx="15725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BeatThis w. CASM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901B69-9B3E-86B2-BC28-7E2A19F08C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588"/>
          <a:stretch/>
        </p:blipFill>
        <p:spPr>
          <a:xfrm>
            <a:off x="928440" y="2226882"/>
            <a:ext cx="2592000" cy="18325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157678-090B-7086-69D4-A4C107E862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74" b="57137"/>
          <a:stretch/>
        </p:blipFill>
        <p:spPr>
          <a:xfrm>
            <a:off x="3696643" y="2211642"/>
            <a:ext cx="2484000" cy="16654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939915-B251-6562-97BB-D3CDAD3CB7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057"/>
          <a:stretch/>
        </p:blipFill>
        <p:spPr>
          <a:xfrm>
            <a:off x="3581400" y="3884138"/>
            <a:ext cx="2592000" cy="152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A847421-E145-7726-8A44-26CB9D6E7C65}"/>
              </a:ext>
            </a:extLst>
          </p:cNvPr>
          <p:cNvSpPr txBox="1"/>
          <p:nvPr/>
        </p:nvSpPr>
        <p:spPr>
          <a:xfrm rot="16200000">
            <a:off x="8577" y="2824537"/>
            <a:ext cx="14599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BeatThis w. DBN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BD521A-4BB8-29EA-18D6-06E2F7599131}"/>
              </a:ext>
            </a:extLst>
          </p:cNvPr>
          <p:cNvSpPr/>
          <p:nvPr/>
        </p:nvSpPr>
        <p:spPr>
          <a:xfrm>
            <a:off x="5657385" y="1849938"/>
            <a:ext cx="475786" cy="186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81E9E6-9000-1CC9-501F-FF5A5549A1EA}"/>
              </a:ext>
            </a:extLst>
          </p:cNvPr>
          <p:cNvSpPr txBox="1"/>
          <p:nvPr/>
        </p:nvSpPr>
        <p:spPr>
          <a:xfrm>
            <a:off x="5428214" y="1649624"/>
            <a:ext cx="774731" cy="415498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altLang="zh-CN" sz="1050" b="1" dirty="0">
                <a:solidFill>
                  <a:srgbClr val="7A8189"/>
                </a:solidFill>
                <a:latin typeface="Aptos SemiBold" panose="020B0004020202020204" pitchFamily="34" charset="0"/>
              </a:rPr>
              <a:t>BeatThis</a:t>
            </a:r>
            <a:r>
              <a:rPr lang="zh-CN" altLang="en-US" sz="1050" b="1" dirty="0">
                <a:solidFill>
                  <a:srgbClr val="7A8189"/>
                </a:solidFill>
                <a:latin typeface="Aptos SemiBold" panose="020B0004020202020204" pitchFamily="34" charset="0"/>
              </a:rPr>
              <a:t> </a:t>
            </a:r>
            <a:r>
              <a:rPr lang="en-AU" altLang="zh-CN" sz="1050" b="1" dirty="0">
                <a:solidFill>
                  <a:srgbClr val="7A8189"/>
                </a:solidFill>
                <a:latin typeface="Aptos SemiBold" panose="020B0004020202020204" pitchFamily="34" charset="0"/>
              </a:rPr>
              <a:t>(</a:t>
            </a:r>
            <a:r>
              <a:rPr lang="en-US" altLang="zh-CN" sz="1050" b="1" dirty="0">
                <a:solidFill>
                  <a:srgbClr val="7A8189"/>
                </a:solidFill>
                <a:latin typeface="Aptos SemiBold" panose="020B0004020202020204" pitchFamily="34" charset="0"/>
              </a:rPr>
              <a:t>direct)</a:t>
            </a:r>
            <a:endParaRPr lang="en-US" sz="1050" b="1" dirty="0">
              <a:solidFill>
                <a:srgbClr val="7A8189"/>
              </a:solidFill>
              <a:latin typeface="Aptos SemiBold" panose="020B00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38248C9-D692-20C4-E952-78310941D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4225372"/>
            <a:ext cx="5462281" cy="327736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C418DD9-0F22-EBA3-5D23-8FFD1CD9F1AE}"/>
              </a:ext>
            </a:extLst>
          </p:cNvPr>
          <p:cNvSpPr/>
          <p:nvPr/>
        </p:nvSpPr>
        <p:spPr>
          <a:xfrm>
            <a:off x="731520" y="6117336"/>
            <a:ext cx="640080" cy="12344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5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5F325F-47B7-85CF-D579-AA2EDD7C4D4E}"/>
              </a:ext>
            </a:extLst>
          </p:cNvPr>
          <p:cNvSpPr txBox="1"/>
          <p:nvPr/>
        </p:nvSpPr>
        <p:spPr>
          <a:xfrm>
            <a:off x="832314" y="6195568"/>
            <a:ext cx="675185" cy="2231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50" dirty="0">
                <a:latin typeface="Aptos Light" panose="020B0004020202020204" pitchFamily="34" charset="0"/>
              </a:rPr>
              <a:t>BeatThis/S</a:t>
            </a:r>
            <a:endParaRPr lang="en-US" sz="850" dirty="0">
              <a:latin typeface="Aptos Light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45CC5D-6FD1-B10F-BE51-FB7B69E5C5A0}"/>
              </a:ext>
            </a:extLst>
          </p:cNvPr>
          <p:cNvSpPr txBox="1"/>
          <p:nvPr/>
        </p:nvSpPr>
        <p:spPr>
          <a:xfrm>
            <a:off x="854746" y="6347968"/>
            <a:ext cx="670376" cy="2231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50" dirty="0">
                <a:latin typeface="Aptos Light" panose="020B0004020202020204" pitchFamily="34" charset="0"/>
              </a:rPr>
              <a:t>MSCNN</a:t>
            </a:r>
            <a:r>
              <a:rPr lang="en-AU" altLang="zh-CN" sz="850" dirty="0">
                <a:latin typeface="Aptos Light" panose="020B0004020202020204" pitchFamily="34" charset="0"/>
              </a:rPr>
              <a:t>/S</a:t>
            </a:r>
            <a:endParaRPr lang="en-US" sz="850" dirty="0">
              <a:latin typeface="Aptos Light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F51987-9A22-5DE3-9C1C-8C82BB256B54}"/>
              </a:ext>
            </a:extLst>
          </p:cNvPr>
          <p:cNvSpPr txBox="1"/>
          <p:nvPr/>
        </p:nvSpPr>
        <p:spPr>
          <a:xfrm>
            <a:off x="1017861" y="6491082"/>
            <a:ext cx="479618" cy="2231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50" dirty="0">
                <a:latin typeface="Aptos Light" panose="020B0004020202020204" pitchFamily="34" charset="0"/>
              </a:rPr>
              <a:t>TCN/S</a:t>
            </a:r>
            <a:endParaRPr lang="en-US" sz="850" dirty="0">
              <a:latin typeface="Aptos Light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B70CF1-6960-8842-E9D8-D97A1FBAF93D}"/>
              </a:ext>
            </a:extLst>
          </p:cNvPr>
          <p:cNvSpPr txBox="1"/>
          <p:nvPr/>
        </p:nvSpPr>
        <p:spPr>
          <a:xfrm>
            <a:off x="813460" y="6642877"/>
            <a:ext cx="692818" cy="2231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50" dirty="0">
                <a:latin typeface="Aptos Light" panose="020B0004020202020204" pitchFamily="34" charset="0"/>
              </a:rPr>
              <a:t>BeatThis/G</a:t>
            </a:r>
            <a:endParaRPr lang="en-US" sz="850" dirty="0">
              <a:latin typeface="Aptos Light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20BF59-9A26-39FC-5B07-DEB52EC245CD}"/>
              </a:ext>
            </a:extLst>
          </p:cNvPr>
          <p:cNvSpPr txBox="1"/>
          <p:nvPr/>
        </p:nvSpPr>
        <p:spPr>
          <a:xfrm>
            <a:off x="837845" y="6784193"/>
            <a:ext cx="665567" cy="2231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50" dirty="0">
                <a:latin typeface="Aptos Light" panose="020B0004020202020204" pitchFamily="34" charset="0"/>
              </a:rPr>
              <a:t>MSCNN/G</a:t>
            </a:r>
            <a:endParaRPr lang="en-US" sz="850" dirty="0">
              <a:latin typeface="Aptos Light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2689CD-777A-E243-D215-B92B75374BDB}"/>
              </a:ext>
            </a:extLst>
          </p:cNvPr>
          <p:cNvSpPr txBox="1"/>
          <p:nvPr/>
        </p:nvSpPr>
        <p:spPr>
          <a:xfrm>
            <a:off x="1002897" y="6936451"/>
            <a:ext cx="497252" cy="2231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50" dirty="0">
                <a:latin typeface="Aptos Light" panose="020B0004020202020204" pitchFamily="34" charset="0"/>
              </a:rPr>
              <a:t>TCN/G</a:t>
            </a:r>
            <a:endParaRPr lang="en-US" sz="850" dirty="0"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358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1986</TotalTime>
  <Words>44</Words>
  <Application>Microsoft Macintosh PowerPoint</Application>
  <PresentationFormat>A4 Paper (210x297 mm)</PresentationFormat>
  <Paragraphs>12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Aptos Light</vt:lpstr>
      <vt:lpstr>Aptos SemiBold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Zhanh He (22597343)</dc:creator>
  <cp:lastModifiedBy>Zhanh He (22597343)</cp:lastModifiedBy>
  <cp:revision>4</cp:revision>
  <dcterms:created xsi:type="dcterms:W3CDTF">2026-09-06T07:37:04Z</dcterms:created>
  <dcterms:modified xsi:type="dcterms:W3CDTF">2026-09-07T16:45:38Z</dcterms:modified>
</cp:coreProperties>
</file>