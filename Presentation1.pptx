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A81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13"/>
    <p:restoredTop sz="94658"/>
  </p:normalViewPr>
  <p:slideViewPr>
    <p:cSldViewPr snapToGrid="0">
      <p:cViewPr>
        <p:scale>
          <a:sx n="171" d="100"/>
          <a:sy n="171" d="100"/>
        </p:scale>
        <p:origin x="104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06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520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793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346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481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6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636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2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910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2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94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62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856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9D1F42-D334-4E49-BFF9-14F679444531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C3801E-93FF-B442-95CE-E639433F23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22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64E522-E70F-7026-E882-4D0DA7DDF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4066"/>
            <a:ext cx="6858000" cy="89178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5A7055-47F8-706F-68CB-6E6F8CA6A2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61" r="26265"/>
          <a:stretch/>
        </p:blipFill>
        <p:spPr>
          <a:xfrm>
            <a:off x="3517553" y="5596752"/>
            <a:ext cx="2734963" cy="17947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55E686-FCDA-5894-A4A8-2E0A39C210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76" t="10444" r="26409"/>
          <a:stretch/>
        </p:blipFill>
        <p:spPr>
          <a:xfrm>
            <a:off x="3490053" y="7218552"/>
            <a:ext cx="2770702" cy="1620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563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59778-3733-AEC3-4489-D3BE6723F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54B8D56-8CCC-C92E-8462-3FE400EDE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4066"/>
            <a:ext cx="6858000" cy="891786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8E99635-EAD2-F0FD-9353-C2E5A6330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270" y="5734536"/>
            <a:ext cx="2723403" cy="179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969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E7500A-3ACA-1E70-1C68-8EB095F3F5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7039"/>
          <a:stretch/>
        </p:blipFill>
        <p:spPr>
          <a:xfrm>
            <a:off x="3520440" y="546101"/>
            <a:ext cx="2664000" cy="16655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DAD38E-05B4-B7A2-39B1-84926611E3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682"/>
          <a:stretch/>
        </p:blipFill>
        <p:spPr>
          <a:xfrm>
            <a:off x="856440" y="561341"/>
            <a:ext cx="2664000" cy="18344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B0A7BF-B8D3-4477-347F-E39DF4A1C985}"/>
              </a:ext>
            </a:extLst>
          </p:cNvPr>
          <p:cNvSpPr txBox="1"/>
          <p:nvPr/>
        </p:nvSpPr>
        <p:spPr>
          <a:xfrm>
            <a:off x="1666591" y="253564"/>
            <a:ext cx="1577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(a) GTZAN Beat F1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1614C0-F66B-55DA-D935-2963C0F0A924}"/>
              </a:ext>
            </a:extLst>
          </p:cNvPr>
          <p:cNvSpPr txBox="1"/>
          <p:nvPr/>
        </p:nvSpPr>
        <p:spPr>
          <a:xfrm>
            <a:off x="4155333" y="253564"/>
            <a:ext cx="19087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(b) SMC 0-fold Beat F1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7CFE9A-F157-A0EF-9AED-CDD888BF84C4}"/>
              </a:ext>
            </a:extLst>
          </p:cNvPr>
          <p:cNvSpPr txBox="1"/>
          <p:nvPr/>
        </p:nvSpPr>
        <p:spPr>
          <a:xfrm rot="16200000">
            <a:off x="-69422" y="1117526"/>
            <a:ext cx="15725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BeatThis w. CASM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901B69-9B3E-86B2-BC28-7E2A19F08C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588"/>
          <a:stretch/>
        </p:blipFill>
        <p:spPr>
          <a:xfrm>
            <a:off x="928440" y="2226882"/>
            <a:ext cx="2592000" cy="18325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7157678-090B-7086-69D4-A4C107E862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74" b="57137"/>
          <a:stretch/>
        </p:blipFill>
        <p:spPr>
          <a:xfrm>
            <a:off x="3696643" y="2211642"/>
            <a:ext cx="2484000" cy="166548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939915-B251-6562-97BB-D3CDAD3CB7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057"/>
          <a:stretch/>
        </p:blipFill>
        <p:spPr>
          <a:xfrm>
            <a:off x="3581400" y="3884138"/>
            <a:ext cx="2592000" cy="152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A847421-E145-7726-8A44-26CB9D6E7C65}"/>
              </a:ext>
            </a:extLst>
          </p:cNvPr>
          <p:cNvSpPr txBox="1"/>
          <p:nvPr/>
        </p:nvSpPr>
        <p:spPr>
          <a:xfrm rot="16200000">
            <a:off x="8577" y="2824537"/>
            <a:ext cx="14599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BeatThis w. DBN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BD521A-4BB8-29EA-18D6-06E2F7599131}"/>
              </a:ext>
            </a:extLst>
          </p:cNvPr>
          <p:cNvSpPr/>
          <p:nvPr/>
        </p:nvSpPr>
        <p:spPr>
          <a:xfrm>
            <a:off x="5709424" y="1849939"/>
            <a:ext cx="423747" cy="1498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81E9E6-9000-1CC9-501F-FF5A5549A1EA}"/>
              </a:ext>
            </a:extLst>
          </p:cNvPr>
          <p:cNvSpPr txBox="1"/>
          <p:nvPr/>
        </p:nvSpPr>
        <p:spPr>
          <a:xfrm>
            <a:off x="5512421" y="1642190"/>
            <a:ext cx="696671" cy="41549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US" altLang="zh-CN" sz="1050" dirty="0">
                <a:solidFill>
                  <a:srgbClr val="7A8189"/>
                </a:solidFill>
              </a:rPr>
              <a:t>BeatThis</a:t>
            </a:r>
            <a:r>
              <a:rPr lang="zh-CN" altLang="en-US" sz="1050" dirty="0">
                <a:solidFill>
                  <a:srgbClr val="7A8189"/>
                </a:solidFill>
              </a:rPr>
              <a:t> </a:t>
            </a:r>
            <a:r>
              <a:rPr lang="en-AU" altLang="zh-CN" sz="1050" dirty="0">
                <a:solidFill>
                  <a:srgbClr val="7A8189"/>
                </a:solidFill>
              </a:rPr>
              <a:t>(</a:t>
            </a:r>
            <a:r>
              <a:rPr lang="en-US" altLang="zh-CN" sz="1050" dirty="0">
                <a:solidFill>
                  <a:srgbClr val="7A8189"/>
                </a:solidFill>
              </a:rPr>
              <a:t>direct)</a:t>
            </a:r>
            <a:endParaRPr lang="en-US" sz="1050" dirty="0">
              <a:solidFill>
                <a:srgbClr val="7A81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4358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1531</TotalTime>
  <Words>25</Words>
  <Application>Microsoft Macintosh PowerPoint</Application>
  <PresentationFormat>A4 Paper (210x297 mm)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Zhanh He (22597343)</dc:creator>
  <cp:lastModifiedBy>Zhanh He (22597343)</cp:lastModifiedBy>
  <cp:revision>2</cp:revision>
  <dcterms:created xsi:type="dcterms:W3CDTF">2026-09-06T07:37:04Z</dcterms:created>
  <dcterms:modified xsi:type="dcterms:W3CDTF">2026-09-07T09:08:52Z</dcterms:modified>
</cp:coreProperties>
</file>